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2" r:id="rId10"/>
    <p:sldId id="263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68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4670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ADB5C5-18AE-49F0-1ADB-759BAB2E4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3A8D73-72A2-1214-A60E-3B8FC9996C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66CC5-9CFE-3F17-F4D2-5DA6A316CA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89ABC-59F1-D4B3-9689-C5ACC1433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23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exciting-sweet-noether/mnt/coldCuts - pitch/hero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798" y="377190"/>
            <a:ext cx="7392202" cy="4389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93776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846320" y="0"/>
            <a:ext cx="914400" cy="5143500"/>
          </a:xfrm>
          <a:prstGeom prst="rect">
            <a:avLst/>
          </a:prstGeom>
          <a:solidFill>
            <a:srgbClr val="0D1117">
              <a:alpha val="6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91440" cy="237744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58368" y="128016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coldCuts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58368" y="2651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kern="0" spc="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Procedural Roguelike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58368" y="32004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roguelike onde as masmorras crescem como cavernas vivas,</a:t>
            </a:r>
            <a:endParaRPr lang="en-US" sz="13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lembram seus nomes e sobrevivem a cada run."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Margarites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CONCEITO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</a:t>
            </a: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dungeon que respira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terminal roguelike onde cada dungeon é um organismo vivo  gerado do zero por autômatos celulares, salvo em disco e reexecutável para sempre.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450592"/>
            <a:ext cx="4114800" cy="1330239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457200" y="2450592"/>
            <a:ext cx="54864" cy="1330239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Image 0" descr="/sessions/exciting-sweet-noether/mnt/coldCuts - pitch/imagens/criacaoMap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87752"/>
            <a:ext cx="3840480" cy="10559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808263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do mapa por autômato celular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1325880"/>
            <a:ext cx="4206240" cy="868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4663440" y="1325880"/>
            <a:ext cx="54864" cy="86868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4828032" y="1417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CELLULAR AUTOMATA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828032" y="170992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tipo Conway geram layouts orgânicos de caverna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2331720"/>
            <a:ext cx="4206240" cy="868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2"/>
          <p:cNvSpPr/>
          <p:nvPr/>
        </p:nvSpPr>
        <p:spPr>
          <a:xfrm>
            <a:off x="4663440" y="2331720"/>
            <a:ext cx="54864" cy="86868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4828032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DUNGEON VIVA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28032" y="27157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mapa tem nome, data e é salvo como arquivo .txt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663440" y="3337560"/>
            <a:ext cx="4206240" cy="868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4663440" y="3337560"/>
            <a:ext cx="54864" cy="86868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828032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ETERNO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828032" y="37216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Compartilhe, replaye e explore gerações infinitas de mapas</a:t>
            </a:r>
            <a:endParaRPr lang="en-US" sz="120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#1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Masmorras Persistentes e Compartilháveis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037840" cy="33832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338328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sessions/exciting-sweet-noether/mnt/coldCuts - pitch/imagens/masmorraT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276352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736592"/>
            <a:ext cx="303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.txt gerado para cada dungeon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66160" y="1435608"/>
            <a:ext cx="73152" cy="2743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3767328" y="13716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dungeon é exportada como arquivo .txt em /masmorras/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66160" y="2093976"/>
            <a:ext cx="73152" cy="2743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3767328" y="2029968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procedural: "Caverna Maldita dos Condenados"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566160" y="2752344"/>
            <a:ext cx="73152" cy="2743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3767328" y="2688336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criação registrada em cada mapa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566160" y="3410712"/>
            <a:ext cx="73152" cy="2743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/>
          <p:nvPr/>
        </p:nvSpPr>
        <p:spPr>
          <a:xfrm>
            <a:off x="3767328" y="3346704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Jogadores podem compartilhar, reexecutar ou usar mapas da comunidade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566160" y="4069080"/>
            <a:ext cx="73152" cy="27432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3767328" y="4005072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social natural </a:t>
            </a:r>
            <a:r>
              <a:rPr lang="en-US" sz="13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</a:t>
            </a: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compartilhamento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#2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Lore-Through-Loot: o Dicionário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itens ensinam palavras. Ao pegar um item, o jogador adiciona uma entrada ao seu dicionário pessoal.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recompensas de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trazem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valioso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o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futuro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run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assim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-bits da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</a:t>
            </a:r>
            <a:r>
              <a:rPr lang="en-US" sz="14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mundo</a:t>
            </a:r>
            <a:r>
              <a:rPr lang="en-US" sz="14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in-game.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8229600" cy="18217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54864" cy="182170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0" descr="/sessions/exciting-sweet-noether/mnt/coldCuts - pitch/imagens/dicio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86000"/>
            <a:ext cx="7955280" cy="15473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40436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Dicionário do personagem — itens coletados geram entradas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57200" y="4343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"Ecoa a ambição de jogos como Dwarf Fortress e Caves of Qud."</a:t>
            </a:r>
            <a:endParaRPr lang="en-US" sz="15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 #3 &amp; #4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e Combate Direcional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663440" y="1325880"/>
            <a:ext cx="4480560" cy="278304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663440" y="1325880"/>
            <a:ext cx="54864" cy="2783042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sessions/exciting-sweet-noether/mnt/coldCuts - pitch/imagens/criacaoPersonag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463040"/>
            <a:ext cx="4206240" cy="250872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663440" y="413635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classe no início do jogo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325880"/>
            <a:ext cx="192024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57200" y="1325880"/>
            <a:ext cx="64008" cy="749808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21792" y="132588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Bárbaro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2514600" y="1325880"/>
            <a:ext cx="192024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Shape 10"/>
          <p:cNvSpPr/>
          <p:nvPr/>
        </p:nvSpPr>
        <p:spPr>
          <a:xfrm>
            <a:off x="2514600" y="1325880"/>
            <a:ext cx="64008" cy="74980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679192" y="132588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Mago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2194560"/>
            <a:ext cx="192024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457200" y="2194560"/>
            <a:ext cx="64008" cy="74980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621792" y="219456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Cavaleiro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2514600" y="2194560"/>
            <a:ext cx="192024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2514600" y="2194560"/>
            <a:ext cx="64008" cy="749808"/>
          </a:xfrm>
          <a:prstGeom prst="rect">
            <a:avLst/>
          </a:prstGeom>
          <a:solidFill>
            <a:srgbClr val="C0A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2679192" y="2194560"/>
            <a:ext cx="16642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Ladrão</a:t>
            </a:r>
            <a:endParaRPr lang="en-US" sz="1800" dirty="0"/>
          </a:p>
        </p:txBody>
      </p:sp>
      <p:sp>
        <p:nvSpPr>
          <p:cNvPr id="21" name="Shape 18"/>
          <p:cNvSpPr/>
          <p:nvPr/>
        </p:nvSpPr>
        <p:spPr>
          <a:xfrm>
            <a:off x="457200" y="3200400"/>
            <a:ext cx="4114800" cy="8686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457200" y="3200400"/>
            <a:ext cx="54864" cy="86868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0"/>
          <p:cNvSpPr/>
          <p:nvPr/>
        </p:nvSpPr>
        <p:spPr>
          <a:xfrm>
            <a:off x="658368" y="32918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OCULTOS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58368" y="353872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HP, armadura, precisão e escala de XP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diferenciados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mas escondidos do jogador. Tensão emergente sem poluição de UI.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160520"/>
            <a:ext cx="4114800" cy="77724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3"/>
          <p:cNvSpPr/>
          <p:nvPr/>
        </p:nvSpPr>
        <p:spPr>
          <a:xfrm>
            <a:off x="457200" y="4160520"/>
            <a:ext cx="54864" cy="77724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4"/>
          <p:cNvSpPr/>
          <p:nvPr/>
        </p:nvSpPr>
        <p:spPr>
          <a:xfrm>
            <a:off x="658368" y="42519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NUMPAD 1–9 (8 DIREÇÕES)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658368" y="44805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Movimento e ataque em 8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direções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Liberdade de </a:t>
            </a:r>
            <a:r>
              <a:rPr lang="en-US" sz="11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</a:t>
            </a: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 #5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Portais como Viagem Dimensional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023360" y="1325880"/>
            <a:ext cx="5120640" cy="3110216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023360" y="1325880"/>
            <a:ext cx="54864" cy="3110216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sessions/exciting-sweet-noether/mnt/coldCuts - pitch/imagens/j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463040"/>
            <a:ext cx="4846320" cy="2835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3360" y="443609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Masmorra</a:t>
            </a: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gerada</a:t>
            </a: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000" i="1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posteriormente</a:t>
            </a: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populada</a:t>
            </a: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1371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em um portal não carrega simplesmente o próximo nível: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029968"/>
            <a:ext cx="402336" cy="402336"/>
          </a:xfrm>
          <a:prstGeom prst="rect">
            <a:avLst/>
          </a:prstGeom>
          <a:solidFill>
            <a:srgbClr val="39D353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4572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969264" y="2057400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dungeon aleatória do pool salvo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651760"/>
            <a:ext cx="402336" cy="402336"/>
          </a:xfrm>
          <a:prstGeom prst="rect">
            <a:avLst/>
          </a:prstGeom>
          <a:solidFill>
            <a:srgbClr val="39D353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45720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69264" y="2679192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Dropa o personagem dentro dela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273552"/>
            <a:ext cx="402336" cy="402336"/>
          </a:xfrm>
          <a:prstGeom prst="rect">
            <a:avLst/>
          </a:prstGeom>
          <a:solidFill>
            <a:srgbClr val="39D353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457200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9264" y="3300984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Dungeon com </a:t>
            </a: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inimigos</a:t>
            </a: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200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895344"/>
            <a:ext cx="402336" cy="402336"/>
          </a:xfrm>
          <a:prstGeom prst="rect">
            <a:avLst/>
          </a:prstGeom>
          <a:solidFill>
            <a:srgbClr val="39D353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7"/>
          <p:cNvSpPr/>
          <p:nvPr/>
        </p:nvSpPr>
        <p:spPr>
          <a:xfrm>
            <a:off x="45720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69264" y="3922776"/>
            <a:ext cx="2926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dungeon NÃO é consumida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4572000"/>
            <a:ext cx="3383280" cy="38404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457200" y="4572000"/>
            <a:ext cx="54864" cy="38404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640080" y="460857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antigo permanece relevante para sempre.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Adversários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16642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64008" cy="1664208"/>
          </a:xfrm>
          <a:prstGeom prst="rect">
            <a:avLst/>
          </a:prstGeom>
          <a:solidFill>
            <a:srgbClr val="C0A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621792" y="1481328"/>
            <a:ext cx="685800" cy="685800"/>
          </a:xfrm>
          <a:prstGeom prst="rect">
            <a:avLst/>
          </a:prstGeom>
          <a:solidFill>
            <a:srgbClr val="C0A050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21792" y="14813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426464" y="1444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Goblin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426464" y="1810512"/>
            <a:ext cx="2907792" cy="14630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426464" y="1810512"/>
            <a:ext cx="872338" cy="146304"/>
          </a:xfrm>
          <a:prstGeom prst="rect">
            <a:avLst/>
          </a:prstGeom>
          <a:solidFill>
            <a:srgbClr val="C0A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426464" y="1975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  30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26464" y="2304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ATK  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51760" y="2304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 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023360" cy="16642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4663440" y="1280160"/>
            <a:ext cx="64008" cy="1664208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828032" y="1481328"/>
            <a:ext cx="685800" cy="685800"/>
          </a:xfrm>
          <a:prstGeom prst="rect">
            <a:avLst/>
          </a:prstGeom>
          <a:solidFill>
            <a:srgbClr val="8B949E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28032" y="1481328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632704" y="14447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Esqueleto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632704" y="1810512"/>
            <a:ext cx="2907792" cy="14630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9"/>
          <p:cNvSpPr/>
          <p:nvPr/>
        </p:nvSpPr>
        <p:spPr>
          <a:xfrm>
            <a:off x="5632704" y="1810512"/>
            <a:ext cx="1453896" cy="146304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632704" y="197510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  50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32704" y="2304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ATK  10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23042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 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145536"/>
            <a:ext cx="4023360" cy="16642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457200" y="3145536"/>
            <a:ext cx="64008" cy="1664208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621792" y="3346704"/>
            <a:ext cx="685800" cy="685800"/>
          </a:xfrm>
          <a:prstGeom prst="rect">
            <a:avLst/>
          </a:prstGeom>
          <a:solidFill>
            <a:srgbClr val="58A6FF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21792" y="33467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426464" y="3310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Fada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426464" y="3675888"/>
            <a:ext cx="2907792" cy="14630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1426464" y="3675888"/>
            <a:ext cx="290779" cy="14630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426464" y="3840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  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426464" y="4169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ATK  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651760" y="4169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 0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663440" y="3145536"/>
            <a:ext cx="4023360" cy="16642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6" name="Shape 34"/>
          <p:cNvSpPr/>
          <p:nvPr/>
        </p:nvSpPr>
        <p:spPr>
          <a:xfrm>
            <a:off x="4663440" y="3145536"/>
            <a:ext cx="64008" cy="1664208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Shape 35"/>
          <p:cNvSpPr/>
          <p:nvPr/>
        </p:nvSpPr>
        <p:spPr>
          <a:xfrm>
            <a:off x="4828032" y="3346704"/>
            <a:ext cx="685800" cy="685800"/>
          </a:xfrm>
          <a:prstGeom prst="rect">
            <a:avLst/>
          </a:prstGeom>
          <a:solidFill>
            <a:srgbClr val="E05252">
              <a:alpha val="2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4828032" y="3346704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5632704" y="331012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Troll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632704" y="3675888"/>
            <a:ext cx="2907792" cy="146304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Shape 39"/>
          <p:cNvSpPr/>
          <p:nvPr/>
        </p:nvSpPr>
        <p:spPr>
          <a:xfrm>
            <a:off x="5632704" y="3675888"/>
            <a:ext cx="2907792" cy="146304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632704" y="384048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HP  100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32704" y="4169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ATK  20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858000" y="416966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  10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385709" cy="36576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54864" cy="3657600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sessions/exciting-sweet-noether/mnt/coldCuts - pitch/entidades/uso_ite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4111389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880460"/>
            <a:ext cx="43857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itens em jogo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071509" y="1325880"/>
            <a:ext cx="3706731" cy="649224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5071509" y="1325880"/>
            <a:ext cx="54864" cy="649224"/>
          </a:xfrm>
          <a:prstGeom prst="rect">
            <a:avLst/>
          </a:prstGeom>
          <a:solidFill>
            <a:srgbClr val="E0525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5199525" y="1325880"/>
            <a:ext cx="3840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0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620149" y="1380744"/>
            <a:ext cx="27923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Poção de Vida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620149" y="1627632"/>
            <a:ext cx="2792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poção abençoada que recupera a vida de seu usuário.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366760" y="138074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 pts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366760" y="163677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usável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071509" y="2048256"/>
            <a:ext cx="3706731" cy="649224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4"/>
          <p:cNvSpPr/>
          <p:nvPr/>
        </p:nvSpPr>
        <p:spPr>
          <a:xfrm>
            <a:off x="5071509" y="2048256"/>
            <a:ext cx="54864" cy="649224"/>
          </a:xfrm>
          <a:prstGeom prst="rect">
            <a:avLst/>
          </a:prstGeom>
          <a:solidFill>
            <a:srgbClr val="C0A05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/>
          <p:nvPr/>
        </p:nvSpPr>
        <p:spPr>
          <a:xfrm>
            <a:off x="5199525" y="2048256"/>
            <a:ext cx="3840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620149" y="2103120"/>
            <a:ext cx="27923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Moeda de Ouro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620149" y="2350008"/>
            <a:ext cx="2792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divisa de um reino de gerações passadas...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366760" y="210312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pts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071509" y="2770632"/>
            <a:ext cx="3706731" cy="649224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5071509" y="2770632"/>
            <a:ext cx="54864" cy="649224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1"/>
          <p:cNvSpPr/>
          <p:nvPr/>
        </p:nvSpPr>
        <p:spPr>
          <a:xfrm>
            <a:off x="5199525" y="2770632"/>
            <a:ext cx="3840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5620149" y="2825496"/>
            <a:ext cx="27923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5620149" y="3072384"/>
            <a:ext cx="2792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Poucos conhecem deste item, outros iriam preferir não o conhecer...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8366760" y="2825496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pts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366760" y="308152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usável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5071509" y="3493008"/>
            <a:ext cx="3706731" cy="649224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7"/>
          <p:cNvSpPr/>
          <p:nvPr/>
        </p:nvSpPr>
        <p:spPr>
          <a:xfrm>
            <a:off x="5071509" y="3493008"/>
            <a:ext cx="54864" cy="64922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8"/>
          <p:cNvSpPr/>
          <p:nvPr/>
        </p:nvSpPr>
        <p:spPr>
          <a:xfrm>
            <a:off x="5199525" y="3493008"/>
            <a:ext cx="3840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5620149" y="3547872"/>
            <a:ext cx="27923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Pergaminho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620149" y="3794760"/>
            <a:ext cx="2792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Conhecimento de monges de inúmeros monastérios.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366760" y="3547872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pts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366760" y="3803904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39D3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usável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5071509" y="4215384"/>
            <a:ext cx="3706731" cy="649224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7" name="Shape 34"/>
          <p:cNvSpPr/>
          <p:nvPr/>
        </p:nvSpPr>
        <p:spPr>
          <a:xfrm>
            <a:off x="5071509" y="4215384"/>
            <a:ext cx="54864" cy="649224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5"/>
          <p:cNvSpPr/>
          <p:nvPr/>
        </p:nvSpPr>
        <p:spPr>
          <a:xfrm>
            <a:off x="5199525" y="4215384"/>
            <a:ext cx="3840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endParaRPr lang="en-US" sz="2000" dirty="0"/>
          </a:p>
        </p:txBody>
      </p:sp>
      <p:sp>
        <p:nvSpPr>
          <p:cNvPr id="39" name="Text 36"/>
          <p:cNvSpPr/>
          <p:nvPr/>
        </p:nvSpPr>
        <p:spPr>
          <a:xfrm>
            <a:off x="5620149" y="4270248"/>
            <a:ext cx="2792331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Ruby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5620149" y="4517136"/>
            <a:ext cx="27923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gema de brilho excepcional, cercada por escuridão.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366760" y="427024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0A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pts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"As masmorras crescem como cavernas vivas,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lembram seus nomes,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sobrevivem a cada run."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3291840"/>
            <a:ext cx="2743200" cy="18288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3429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coldCuts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Margarites  ·  2026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REFERÊNCIAS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Inspirações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828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2621585" cy="171907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4864" cy="1719072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Image 0" descr="/sessions/exciting-sweet-noether/mnt/coldCuts - pitch/inspo/rogu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7784" y="1371600"/>
            <a:ext cx="2420417" cy="12984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76072" y="2706624"/>
            <a:ext cx="2420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76072" y="2907792"/>
            <a:ext cx="2420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1980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261665" y="1280160"/>
            <a:ext cx="2621585" cy="171907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3261665" y="1280160"/>
            <a:ext cx="54864" cy="1719072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1" descr="/sessions/exciting-sweet-noether/mnt/coldCuts - pitch/inspo/dwarf_fortress.jpe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62249" y="1371600"/>
            <a:ext cx="2420417" cy="12984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0537" y="2706624"/>
            <a:ext cx="2420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Dwarf Fortress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80537" y="2907792"/>
            <a:ext cx="2420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2006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066130" y="1280160"/>
            <a:ext cx="2621585" cy="171907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2"/>
          <p:cNvSpPr/>
          <p:nvPr/>
        </p:nvSpPr>
        <p:spPr>
          <a:xfrm>
            <a:off x="6066130" y="1280160"/>
            <a:ext cx="54864" cy="1719072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2" descr="/sessions/exciting-sweet-noether/mnt/coldCuts - pitch/inspo/castle_of_the_winds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66714" y="1371600"/>
            <a:ext cx="2420417" cy="12984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85002" y="2706624"/>
            <a:ext cx="2420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 of the Winds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85002" y="2907792"/>
            <a:ext cx="2420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1993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1858975" y="3200400"/>
            <a:ext cx="2621585" cy="171907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Shape 16"/>
          <p:cNvSpPr/>
          <p:nvPr/>
        </p:nvSpPr>
        <p:spPr>
          <a:xfrm>
            <a:off x="1858975" y="3200400"/>
            <a:ext cx="54864" cy="1719072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Image 3" descr="/sessions/exciting-sweet-noether/mnt/coldCuts - pitch/inspo/ultima_underworl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959559" y="3291840"/>
            <a:ext cx="2420417" cy="12984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977847" y="4626864"/>
            <a:ext cx="2420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 Underworld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1977847" y="4828032"/>
            <a:ext cx="2420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1992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663440" y="3200400"/>
            <a:ext cx="2621585" cy="171907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0"/>
          <p:cNvSpPr/>
          <p:nvPr/>
        </p:nvSpPr>
        <p:spPr>
          <a:xfrm>
            <a:off x="4663440" y="3200400"/>
            <a:ext cx="54864" cy="1719072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7" name="Image 4" descr="/sessions/exciting-sweet-noether/mnt/coldCuts - pitch/inspo/wizardry_01.jp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764024" y="3291840"/>
            <a:ext cx="2420417" cy="129844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782312" y="4626864"/>
            <a:ext cx="24204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Wizardry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4782312" y="4828032"/>
            <a:ext cx="242041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9D3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1981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49CA8B-7FFB-B385-7E07-B70F17DD8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1C05C6-BD8E-D5BE-8E0B-100C4716DF2B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0B5E65-2EAF-3AEA-1589-DB1D843F8F78}"/>
              </a:ext>
            </a:extLst>
          </p:cNvPr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39D35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C0C4D1-3D72-386C-81BE-9A933E784FBE}"/>
              </a:ext>
            </a:extLst>
          </p:cNvPr>
          <p:cNvSpPr/>
          <p:nvPr/>
        </p:nvSpPr>
        <p:spPr>
          <a:xfrm>
            <a:off x="731520" y="731520"/>
            <a:ext cx="76809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600" b="1" i="1" dirty="0" err="1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r>
              <a:rPr lang="en-US" sz="9600" b="1" i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6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0B691F2-0469-728E-74FE-C0454730600E}"/>
              </a:ext>
            </a:extLst>
          </p:cNvPr>
          <p:cNvSpPr/>
          <p:nvPr/>
        </p:nvSpPr>
        <p:spPr>
          <a:xfrm>
            <a:off x="3200400" y="3291840"/>
            <a:ext cx="2743200" cy="18288"/>
          </a:xfrm>
          <a:prstGeom prst="rect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C977361-407D-5CA9-427E-DE0AA13AEEB7}"/>
              </a:ext>
            </a:extLst>
          </p:cNvPr>
          <p:cNvSpPr/>
          <p:nvPr/>
        </p:nvSpPr>
        <p:spPr>
          <a:xfrm>
            <a:off x="914400" y="34290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9D35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coldCuts</a:t>
            </a:r>
            <a:endParaRPr lang="en-US" sz="4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7593CA-EA55-8B7A-0D00-34BF6936B94E}"/>
              </a:ext>
            </a:extLst>
          </p:cNvPr>
          <p:cNvSpPr/>
          <p:nvPr/>
        </p:nvSpPr>
        <p:spPr>
          <a:xfrm>
            <a:off x="914400" y="4251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Margarites  ·  2026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524680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521</Words>
  <Application>Microsoft Office PowerPoint</Application>
  <PresentationFormat>Apresentação na tela (16:9)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coldCuts – Game Pitch</dc:title>
  <dc:subject>PptxGenJS Presentation</dc:subject>
  <dc:creator>GDM-05</dc:creator>
  <cp:lastModifiedBy>Marcus Vinicius Freitas Margarites Filho</cp:lastModifiedBy>
  <cp:revision>10</cp:revision>
  <dcterms:created xsi:type="dcterms:W3CDTF">2026-04-06T12:53:24Z</dcterms:created>
  <dcterms:modified xsi:type="dcterms:W3CDTF">2026-04-06T17:34:07Z</dcterms:modified>
</cp:coreProperties>
</file>