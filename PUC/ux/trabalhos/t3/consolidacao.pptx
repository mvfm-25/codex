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64592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VanGO — Consolidação de Usabilidade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>
                <a:solidFill>
                  <a:srgbClr val="F2C41D"/>
                </a:solidFill>
                <a:latin typeface="Calibri"/>
              </a:rPr>
              <a:t>Avaliação heurística — As 10 principais questões levantadas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Heurísticas de Nielsen · Escala de severidade (0–4)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55555C"/>
                </a:solidFill>
                <a:latin typeface="Calibri"/>
              </a:rPr>
              <a:t>Experiência do Usuário · 23/06/2026 · mvfm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E1E24"/>
                </a:solidFill>
                <a:latin typeface="Calibri"/>
              </a:rPr>
              <a:t>Critérios de 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55555C"/>
                </a:solidFill>
                <a:latin typeface="Calibri"/>
              </a:rPr>
              <a:t>Cada tópico é associado a uma das 10 Heurísticas de Nielsen e classificado pela escala de severidade: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594360" cy="594360"/>
          </a:xfrm>
          <a:prstGeom prst="rect">
            <a:avLst/>
          </a:prstGeom>
          <a:solidFill>
            <a:srgbClr val="555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55555C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6888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E1E24"/>
                </a:solidFill>
                <a:latin typeface="Calibri"/>
              </a:rPr>
              <a:t>Não é um problema de usabilidade.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0040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E1E24"/>
                </a:solidFill>
                <a:latin typeface="Calibri"/>
              </a:rPr>
              <a:t>Cosmético — não precisa ser corrigido, a menos que haja tempo disponível.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31920"/>
            <a:ext cx="594360" cy="59436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E1E24"/>
                </a:solidFill>
                <a:latin typeface="Calibri"/>
              </a:rPr>
              <a:t>Menor — correção de baixa prioridade.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63440"/>
            <a:ext cx="594360" cy="59436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6344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E1E24"/>
                </a:solidFill>
                <a:latin typeface="Calibri"/>
              </a:rPr>
              <a:t>Grave — importante corrigir, alta prioridade.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94960"/>
            <a:ext cx="594360" cy="59436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39496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E1E24"/>
                </a:solidFill>
                <a:latin typeface="Calibri"/>
              </a:rPr>
              <a:t>Catastrófico — imperativo corrigir antes do lançamento.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E57A1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Ausência de preview da rota no convite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Ao receber um convite para uma nova rota do motorista, o passageiro não tem acesso a uma visualização prévia do trajeto proposto.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#1 — Visibilidade do status do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O passageiro precisa decidir se aceita a rota sem dispor da informação central para essa decisão: o próprio trajeto.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E57A1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Falta de termos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Na abertura do aplicativo, o usuário — passageiro ou motorista — não é apresentado aos termos e condições de uso.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#10 — Ajuda e documentação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Além do impacto sobre a confiança do usuário, é uma lacuna legal relevante para um app que lida com transporte de pessoas.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4CAF5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Pergunta inicial “Você possui dependentes?”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A formulação dá a impressão de que o usuário sem dependentes não estaria apto a utilizar o aplicativo.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#2 — Correspondência entre o sistema e o mundo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1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Cosmético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A formulação pode induzir um modelo mental equivocado, ainda que o usuário consiga prosseguir selecionando “Não”.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2C41D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Falta de auto-complete no cadastro do veículo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A ausência de preenchimento assistido torna a adição e a atualização dos veículos do motorista repetitiva e propensa a erros.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#7 — Flexibilidade e eficiência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Menor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Não bloqueia a tarefa, mas a torna lenta e repetitiva, sobretudo para o motorista que atualiza seus dados com frequência.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2C41D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Reutilização de dados já fornecidos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O usuário não consegue salvar endereços favoritos ou recorrentes, como definir locais marcados como “casa” ou “trabalho”.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#6 — Reconhecimento em vez de memorização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Menor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O usuário é obrigado a redigitar endereços a cada uso, em vez de reconhecê-los e reaproveitá-los a partir de registros anteriores.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2C41D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Adição de dependentes sem fluxo associado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A tela “Meus Dependentes” exibe um botão “+ Adicionar” sem fluxo vinculado; apenas a remoção está implementada — pode-se excluir, mas não cadastrar.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#3 — Controle e liberdade do usuário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Menor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O usuário tem controle parcial sobre seus dependentes: consegue remover, mas não adicionar, o que limita o gerenciamento da conta.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2C41D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Ausência de método de autenticação secundário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O aplicativo não oferece uma forma alternativa de autenticação, deixando o acesso dependente de um único método.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#7 — Flexibilidade e eficiência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Menor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Sem um caminho alternativo de acesso, o usuário fica vulnerável a perder a entrada na conta caso o método único falhe.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E57A1A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Falta de validação da quantidade de assentos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Existe um teto de passageiros, mas nenhum mecanismo comprova que o veículo realmente possui a quantidade de assentos informada.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#5 — Prevenção de erros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A capacidade do veículo impacta a operação e a segurança das rotas; aceitar um valor não verificado abre margem para dados incorretos.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E57A1A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Ausência de uma tela dedicada a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Passageiro e motorista não dispõem de uma janela própria para eventos recentes, apoiando-se inteiramente nas notificações.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#1 — Visibilidade do status do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E5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Mudanças de estado só são visíveis no momento da notificação; uma vez perdida, não há onde recuperar o histórico do que ocorreu.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63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2C41D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02920"/>
            <a:ext cx="9326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E1E24"/>
                </a:solidFill>
                <a:latin typeface="Calibri"/>
              </a:rPr>
              <a:t>Falta de priorização de rotas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55C"/>
                </a:solidFill>
                <a:latin typeface="Calibri"/>
              </a:rPr>
              <a:t>Não há destaque para rotas em andamento nem para aquelas previamente definidas como favoritas.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164592" cy="219456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C"/>
                </a:solidFill>
                <a:latin typeface="Calibri"/>
              </a:rPr>
              <a:t>HEURÍSTICA DE NIELSEN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E1E24"/>
                </a:solidFill>
                <a:latin typeface="Calibri"/>
              </a:rPr>
              <a:t>#7 — Flexibilidade e eficiência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solidFill>
            <a:srgbClr val="F2C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Severidade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Menor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978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5555C"/>
                </a:solidFill>
                <a:latin typeface="Calibri"/>
              </a:rPr>
              <a:t>A ausência de aceleradores e de hierarquia obriga o usuário a localizar manualmente o que deveria estar em evidência.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