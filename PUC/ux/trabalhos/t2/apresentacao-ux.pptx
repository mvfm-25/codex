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0"/>
            <a:ext cx="12124944" cy="54864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Plataforma de Qualificação Profissional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3337560"/>
            <a:ext cx="4507992" cy="45720"/>
          </a:xfrm>
          <a:prstGeom prst="rect">
            <a:avLst/>
          </a:prstGeom>
          <a:solidFill>
            <a:srgbClr val="9B9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9B93FF"/>
                </a:solidFill>
              </a:rPr>
              <a:t>Protótipo de Baixa Fidelidade  ·  Mapeamento por Personas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77788"/>
                </a:solidFill>
              </a:rPr>
              <a:t>Experiência do Usuário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Visão Geral  —  6 Telas Implementadas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3657600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657600" cy="384048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014984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2412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Tela Inicial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</a:rPr>
              <a:t>Dashboard do aluno: curso em andamento com barra de progresso + seção de cursos recomendados.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960120"/>
            <a:ext cx="3657600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0248" y="960120"/>
            <a:ext cx="3657600" cy="384048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9976" y="1014984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102412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Busca de Cursos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146304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</a:rPr>
              <a:t>Filtros por categoria (Front-End, Back-End, Dev-Ops, QA) e listagem de cursos recomendados.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0456" y="960120"/>
            <a:ext cx="3657600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0456" y="960120"/>
            <a:ext cx="3657600" cy="384048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1014984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23376" y="102412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Player do Curso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146304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</a:rPr>
              <a:t>Sidebar com lista de aulas; área central com conteúdo textual, vídeo e materiais complementares.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749039"/>
            <a:ext cx="3657600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749039"/>
            <a:ext cx="3657600" cy="384048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3803903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81304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Fórum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51959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</a:rPr>
              <a:t>Tópicos recentes com tags técnicas, autor, data de publicação, respostas e interações.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0248" y="3749039"/>
            <a:ext cx="3657600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0248" y="3749039"/>
            <a:ext cx="3657600" cy="384048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9976" y="3803903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381304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Mentorias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4251959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</a:rPr>
              <a:t>Chat com mentores (badge Mestre), conversas recentes, grupos de estudo e configurações.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0456" y="3749039"/>
            <a:ext cx="3657600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0456" y="3749039"/>
            <a:ext cx="3657600" cy="384048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3803903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23376" y="381304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Perfil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6" y="4251959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</a:rPr>
              <a:t>Bio do usuário, barra de progresso geral e histórico de cursos concluídos com datas.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" y="256032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1719072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Gabriel Costa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23317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Desenvolvedor Backend · 23 anos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2816352"/>
            <a:ext cx="305409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292608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"Quero dominar o que faço, não só passar por cima"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" y="502920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Objetivos Práticos Atendidos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64592"/>
            <a:ext cx="8366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64592"/>
            <a:ext cx="8366760" cy="347472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011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Player do Curso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20116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585216"/>
            <a:ext cx="80924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</a:rPr>
              <a:t>Sidebar com aulas numeradas permite navegar no próprio ritmo → objetivo: estudo diário com progressão autônoma.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1792224"/>
            <a:ext cx="8366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66160" y="1792224"/>
            <a:ext cx="8366760" cy="347472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18288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Tela Inicial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182880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212848"/>
            <a:ext cx="80924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</a:rPr>
              <a:t>Barra de progresso em 'Em andamento' torna a evolução visível a cada acesso → feedback contínuo.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3419856"/>
            <a:ext cx="8366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66160" y="3419856"/>
            <a:ext cx="8366760" cy="347472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345643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Fórum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3456432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 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3840480"/>
            <a:ext cx="80924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</a:rPr>
              <a:t>Tópicos com tags técnicas (#Code #Java #Iniciantes) viabilizam troca aprofundada entre pares.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5047488"/>
            <a:ext cx="8366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66160" y="5047488"/>
            <a:ext cx="8366760" cy="347472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50840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Busca de Cursos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5084064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 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5468112"/>
            <a:ext cx="80924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</a:rPr>
              <a:t>Filtros por área (Front-End, Back-End, Dev-Ops, QA) permitem encontrar conteúdo técnico específico.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" y="256032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1719072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Beatriz Mendes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23317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Estudante em transição · 22 anos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2816352"/>
            <a:ext cx="305409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292608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"Não sei bem pra onde ir, mas sei que preciso mudar"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" y="502920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Objetivos Práticos Atendidos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64592"/>
            <a:ext cx="8366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64592"/>
            <a:ext cx="8366760" cy="347472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011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Busca de Cursos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20116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585216"/>
            <a:ext cx="80924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</a:rPr>
              <a:t>'Cursos Recomendados' + filtros de área oferecem orientação antes do compromisso financeiro.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1792224"/>
            <a:ext cx="8366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66160" y="1792224"/>
            <a:ext cx="8366760" cy="347472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18288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Mentorias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182880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212848"/>
            <a:ext cx="80924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</a:rPr>
              <a:t>Chat com mentores experientes (badge Mestre) e grupos de estudo fornecem suporte acessível e contínuo.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3419856"/>
            <a:ext cx="8366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66160" y="3419856"/>
            <a:ext cx="8366760" cy="347472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345643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Perfil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3456432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 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3840480"/>
            <a:ext cx="80924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</a:rPr>
              <a:t>Histórico de cursos concluídos com datas serve como evidência do esforço e validação do investimento.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5047488"/>
            <a:ext cx="8366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66160" y="5047488"/>
            <a:ext cx="8366760" cy="347472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50840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Fórum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5084064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 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5468112"/>
            <a:ext cx="80924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</a:rPr>
              <a:t>Comunidade de discussão conecta Beatriz a profissionais da área, reduzindo a insegurança de transição.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" y="256032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1719072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Lucas Oliveira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233172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Candidato competitivo · 21 anos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2816352"/>
            <a:ext cx="305409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292608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"Preciso de resultado concreto, não de mais teoria"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" y="502920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Objetivos Práticos Atendidos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64592"/>
            <a:ext cx="8366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64592"/>
            <a:ext cx="836676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011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Player do Curso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20116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585216"/>
            <a:ext cx="80924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</a:rPr>
              <a:t>Lista de aulas visível e conteúdo sequencial oferecem estrutura clara para atividades práticas contextualizadas.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1792224"/>
            <a:ext cx="8366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66160" y="1792224"/>
            <a:ext cx="836676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18288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Mentorias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1828800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212848"/>
            <a:ext cx="80924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</a:rPr>
              <a:t>Acesso imediato a mentor (Mestre) e grupos de estudo = suporte quando travar no conteúdo.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3419856"/>
            <a:ext cx="8366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66160" y="3419856"/>
            <a:ext cx="836676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345643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Perfil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3456432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 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3840480"/>
            <a:ext cx="80924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</a:rPr>
              <a:t>Histórico de conclusões com datas funciona como histórico verificável para currículo e portfólio.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5047488"/>
            <a:ext cx="8366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66160" y="5047488"/>
            <a:ext cx="8366760" cy="34747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50840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Busca de Cursos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5084064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 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5468112"/>
            <a:ext cx="80924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88"/>
                </a:solidFill>
              </a:rPr>
              <a:t>Cursos recomendados com categorias objetivas dão clareza sobre o que será recebido pelo investimento.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5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Mapeamento  —  Telas × Personas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✓ atende diretamente   ◎ atende parcialmente   — não contemplado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96112"/>
            <a:ext cx="2688336" cy="47548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Tela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896112"/>
            <a:ext cx="2688336" cy="47548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93268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Gabriel
(Técnico)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896112"/>
            <a:ext cx="2688336" cy="47548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79" y="93268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Beatriz
(Transição)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15400" y="896112"/>
            <a:ext cx="2688336" cy="47548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93268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Lucas
(Emprego)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417319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563623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162E"/>
                </a:solidFill>
              </a:rPr>
              <a:t>Tela Inicial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1417319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1563623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Progresso diário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417319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1563623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9688"/>
                </a:solidFill>
              </a:rPr>
              <a:t>◎  Recomendações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1417319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5128" y="1563623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9688"/>
                </a:solidFill>
              </a:rPr>
              <a:t>◎  Recomendações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221991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368296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162E"/>
                </a:solidFill>
              </a:rPr>
              <a:t>Busca de Cursos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54680" y="2221991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64408" y="2368296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Filtros técnicos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2221991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4768" y="2368296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Orientação de área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15400" y="2221991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25128" y="2368296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Clareza da oferta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026663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3172968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162E"/>
                </a:solidFill>
              </a:rPr>
              <a:t>Player do Curso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54680" y="3026663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64408" y="3172968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Ritmo próprio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3026663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44768" y="3172968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9688"/>
                </a:solidFill>
              </a:rPr>
              <a:t>◎  Consumo de conteúdo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15400" y="3026663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25128" y="3172968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Prática sequencial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831335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3977639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162E"/>
                </a:solidFill>
              </a:rPr>
              <a:t>Fórum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54680" y="3831335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64408" y="3977639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Comunidade técnica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3831335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44768" y="3977639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Apoio profissional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15400" y="3831335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25128" y="3977639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Suporte ao travar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636008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4048" y="4782312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162E"/>
                </a:solidFill>
              </a:rPr>
              <a:t>Mentorias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54680" y="4636008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64408" y="4782312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9688"/>
                </a:solidFill>
              </a:rPr>
              <a:t>◎  Troca com pares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4636008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44768" y="4782312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Mentor direto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15400" y="4636008"/>
            <a:ext cx="26883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25128" y="4782312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Mentor disponível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440680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4048" y="5586984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162E"/>
                </a:solidFill>
              </a:rPr>
              <a:t>Perfil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54680" y="5440680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64408" y="5586984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9688"/>
                </a:solidFill>
              </a:rPr>
              <a:t>◎  Registro pessoal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5440680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44768" y="5586984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Validação esforço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15400" y="5440680"/>
            <a:ext cx="2688336" cy="749808"/>
          </a:xfrm>
          <a:prstGeom prst="rect">
            <a:avLst/>
          </a:prstGeom>
          <a:solidFill>
            <a:srgbClr val="EAEAFF"/>
          </a:solidFill>
          <a:ln w="6350">
            <a:solidFill>
              <a:srgbClr val="9B9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25128" y="5586984"/>
            <a:ext cx="252374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C4FFF"/>
                </a:solidFill>
              </a:rPr>
              <a:t>✓  Currículo/portfólio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