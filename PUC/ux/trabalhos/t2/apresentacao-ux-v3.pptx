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54864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Plataforma de Qualificação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337560"/>
            <a:ext cx="4507992" cy="45720"/>
          </a:xfrm>
          <a:prstGeom prst="rect">
            <a:avLst/>
          </a:prstGeom>
          <a:solidFill>
            <a:srgbClr val="9B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B93FF"/>
                </a:solidFill>
              </a:rPr>
              <a:t>Protótipo de Baixa Fidelidade  ·  Mapeamento por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88"/>
                </a:solidFill>
              </a:rPr>
              <a:t>Experiência do Usuário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Visão Geral  —  6 Telas Implementadas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Tela Inicial</a:t>
            </a:r>
          </a:p>
        </p:txBody>
      </p:sp>
      <p:pic>
        <p:nvPicPr>
          <p:cNvPr id="8" name="Picture 7" descr="Captura de tela 2026-05-26 135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71600"/>
            <a:ext cx="3511296" cy="21214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70248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Busca de Cursos</a:t>
            </a:r>
          </a:p>
        </p:txBody>
      </p:sp>
      <p:pic>
        <p:nvPicPr>
          <p:cNvPr id="13" name="Picture 12" descr="Captura de tela 2026-05-26 135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511296" cy="21214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0456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Player do Curso</a:t>
            </a:r>
          </a:p>
        </p:txBody>
      </p:sp>
      <p:pic>
        <p:nvPicPr>
          <p:cNvPr id="18" name="Picture 17" descr="Captura de tela 2026-05-26 135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371600"/>
            <a:ext cx="3511296" cy="212140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20040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Fórum</a:t>
            </a:r>
          </a:p>
        </p:txBody>
      </p:sp>
      <p:pic>
        <p:nvPicPr>
          <p:cNvPr id="23" name="Picture 22" descr="Captura de tela 2026-05-26 1350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160520"/>
            <a:ext cx="3511296" cy="212140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270248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Mentorias</a:t>
            </a:r>
          </a:p>
        </p:txBody>
      </p:sp>
      <p:pic>
        <p:nvPicPr>
          <p:cNvPr id="28" name="Picture 27" descr="Captura de tela 2026-05-26 1350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160520"/>
            <a:ext cx="3511296" cy="212140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220456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Perfil</a:t>
            </a:r>
          </a:p>
        </p:txBody>
      </p:sp>
      <p:pic>
        <p:nvPicPr>
          <p:cNvPr id="33" name="Picture 32" descr="Captura de tela 2026-05-26 135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08" y="4160520"/>
            <a:ext cx="3511296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99616" y="448056"/>
            <a:ext cx="384048" cy="384048"/>
          </a:xfrm>
          <a:prstGeom prst="ellipse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914400"/>
            <a:ext cx="640080" cy="502920"/>
          </a:xfrm>
          <a:prstGeom prst="ellipse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Gabriel Costa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Desenvolvedor Backend · 23 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"Quero dominar o que faço, não só passar por cima"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Sidebar com aulas numeradas permite navegar no próprio ritmo → estudo diário com progressão autônoma.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Module Tabs  ·  Progressive Disclosure  ·  Article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Tela Inicial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Barra de progresso em 'Em andamento' torna a evolução visível a cada acesso → feedback contínuo.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Completeness Meter  · 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Tópicos com tags técnicas (#Code #Java #Iniciantes) viabilizam troca aprofundada entre pares.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Tagging  ·  Activity Stream  ·  Search Filters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Filtros por área (Front-End, Back-End, Dev-Ops, QA) permitem encontrar conteúdo técnico específico.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99616" y="448056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914400"/>
            <a:ext cx="640080" cy="502920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Beatriz Mendes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Estudante em transição · 22 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"Não sei bem pra onde ir, mas sei que preciso mudar"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'Cursos Recomendados' + filtros de área oferecem orientação antes do compromisso financeiro.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Chat com mentores experientes (badge Mestre) e grupos de estudo fornecem suporte acessível e contínuo.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Chat  ·  Activity Stream  ·  Reputation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Histórico de cursos concluídos com datas serve como evidência do esforço e validação do investimento.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Archive  ·  Completeness Meter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Comunidade de discussão conecta Beatriz a profissionais da área, reduzindo a insegurança de transição.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Tagging  ·  Activity Stream  ·  Reaction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99616" y="448056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914400"/>
            <a:ext cx="64008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Lucas Oliveira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Candidato competitivo · 21 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"Preciso de resultado concreto, não de mais teoria"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Lista de aulas visível e conteúdo sequencial oferecem estrutura clara para atividades práticas contextualizadas.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Module Tabs  ·  Progressive Disclosure  ·  Article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Acesso imediato a mentor (Mestre) e grupos de estudo = suporte quando travar no conteúdo.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Chat  ·  Activity Stream  ·  Reputation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Histórico de conclusões com datas funciona como histórico verificável para currículo e portfólio.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Archive  ·  Completeness Meter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Cursos recomendados com categorias objetivas dão clareza sobre o que será recebido pelo investimento.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Mapeamento  —  Telas ×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✓ atende diretamente   ◎ atende parcialmente   — não contemplado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Gabriel
(Técnico)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Beatriz
(Transição)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Lucas
(Emprego)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Tela 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Progresso diário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Busca de Cursos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Filtros técnicos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Orientação de área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Clareza da oferta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Player do Curso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Ritmo próprio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Consumo de conteúdo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Prática sequencial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Fórum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440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Comunidade técnica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Apoio profissional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Suporte ao travar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Mentorias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Troca com pares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direto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512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disponível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Perfil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440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Registro pessoal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Validação esforço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512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Currículo/portfólio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